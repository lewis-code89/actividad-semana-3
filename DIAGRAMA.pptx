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0FCDC-9AA0-2A33-8DFB-4671A3F30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D9B414-8FA3-0EC3-2ABF-B097CCBFC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646924-0B77-B829-8CEC-2B91373A5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CC775-50E3-441E-BDE9-8456754F0E0C}" type="datetimeFigureOut">
              <a:rPr lang="es-419" smtClean="0"/>
              <a:t>2/9/2025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386366-FFFC-AC6A-988C-0230CC656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7BA8AB-CFF0-3C2B-B868-BB3A6ED11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50A2-BC38-44E6-B32F-32FAA7BEE1E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73692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80F8AA-B120-4CAD-D601-5DD234180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49DE62-F13C-7B1C-0D4B-A1064CC8B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6624DB-EC49-2983-7CAD-2FBC6AF76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CC775-50E3-441E-BDE9-8456754F0E0C}" type="datetimeFigureOut">
              <a:rPr lang="es-419" smtClean="0"/>
              <a:t>2/9/2025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3F4BF8-4201-6921-76E1-359DE06C6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9F85BC-2FD4-0E0C-0C50-9B24C5D9C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50A2-BC38-44E6-B32F-32FAA7BEE1E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88657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F304A-1C6D-4DA2-3569-52CA8832F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438A86-8F79-71B5-0EA7-8D4FCB1BA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812193-420B-D1CA-D6DE-A11DC1C72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CC775-50E3-441E-BDE9-8456754F0E0C}" type="datetimeFigureOut">
              <a:rPr lang="es-419" smtClean="0"/>
              <a:t>2/9/2025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CF5D6B-7835-4D61-B93A-A1D3AC76C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344C32-4588-B4EA-3808-9D5F7A592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50A2-BC38-44E6-B32F-32FAA7BEE1E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7854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6F7DC1-F395-11CE-FB2C-22FBEA49C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87A27E-2E8F-30D2-3CF5-D9513D37C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0C0491-8188-FB9E-BCF7-85E99E4DD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DAB160-C582-1B1B-2C52-5BFBF83AA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CC775-50E3-441E-BDE9-8456754F0E0C}" type="datetimeFigureOut">
              <a:rPr lang="es-419" smtClean="0"/>
              <a:t>2/9/2025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10BADB-B219-FF7C-759C-39E4CCC3F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0733AA-BC67-116D-052C-76F204679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50A2-BC38-44E6-B32F-32FAA7BEE1E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30737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727CD0-8AD7-279E-0452-77D133AC9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067F00-9D75-9EFA-1F14-AECCDFAA3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69A414-AD1F-09EC-74C5-9BAD9619A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A486160-B812-D724-242A-564B2DE61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8AD162F-7BCF-A01B-CD55-0B03B3EF5C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2F5DCCB-B08A-5BBF-27EB-5478EB81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CC775-50E3-441E-BDE9-8456754F0E0C}" type="datetimeFigureOut">
              <a:rPr lang="es-419" smtClean="0"/>
              <a:t>2/9/2025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60BC06B-E2F5-1068-132D-75384669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22F6CFA-1E44-E589-C399-1499D6221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50A2-BC38-44E6-B32F-32FAA7BEE1E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95870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014CD-71C3-7F2C-09CA-15BFE65B3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F2BF63E-75D4-79A6-07C1-ECA55E0E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CC775-50E3-441E-BDE9-8456754F0E0C}" type="datetimeFigureOut">
              <a:rPr lang="es-419" smtClean="0"/>
              <a:t>2/9/2025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51D3AD-A3FE-FB90-D09C-334F9E7A6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2E27F07-3606-6C83-EFE9-703A219AA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50A2-BC38-44E6-B32F-32FAA7BEE1E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20403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0E1DA9C-8886-30E1-502D-228AAC6B1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CC775-50E3-441E-BDE9-8456754F0E0C}" type="datetimeFigureOut">
              <a:rPr lang="es-419" smtClean="0"/>
              <a:t>2/9/2025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8DBD018-7BBF-0939-2138-ACE839931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EDE3E90-D3B3-7AEA-5678-8BB238336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50A2-BC38-44E6-B32F-32FAA7BEE1E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78270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E3D70-0054-16B2-0904-9E1A25E05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82EE07-ED64-CD44-20A9-7EB4FDF7D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9FBD30-2A80-F936-7EC8-51F4EE627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75B74B-433F-5040-5AED-38323326D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CC775-50E3-441E-BDE9-8456754F0E0C}" type="datetimeFigureOut">
              <a:rPr lang="es-419" smtClean="0"/>
              <a:t>2/9/2025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E9408B-D20F-A217-223F-2B980199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1E6329-E495-D63A-3A4B-57808B51F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50A2-BC38-44E6-B32F-32FAA7BEE1E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27433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96179-DC8A-3CAD-D4F0-55FDC2F0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41EBD68-A4C8-1AED-9120-39984A0DE3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0451627-CEB7-CA35-DA0E-C69A2A202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C43B76-30AA-7164-8884-51322E7F4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CC775-50E3-441E-BDE9-8456754F0E0C}" type="datetimeFigureOut">
              <a:rPr lang="es-419" smtClean="0"/>
              <a:t>2/9/2025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844B2E-0093-C0C9-C348-6E48E3ACF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4EE587-E96D-DC42-9246-68DBB5CB6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50A2-BC38-44E6-B32F-32FAA7BEE1E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81006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04AA73-A869-D5BF-5D39-A573D6649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452EA9-B1F8-BAD1-DB51-B5639EAB7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7470A-3C07-D13E-4AFB-FB6CC697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CC775-50E3-441E-BDE9-8456754F0E0C}" type="datetimeFigureOut">
              <a:rPr lang="es-419" smtClean="0"/>
              <a:t>2/9/2025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1FF560-701E-67F3-7F15-6BFE73BD5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5699ED-29B6-74AB-A337-82DDF8A50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50A2-BC38-44E6-B32F-32FAA7BEE1E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1599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79355B6-DA6E-D207-56DA-31A4B177E6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A46C16-2F19-648C-5043-E97CEC490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99C359-DC57-55F4-3344-EE7B7DE88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CC775-50E3-441E-BDE9-8456754F0E0C}" type="datetimeFigureOut">
              <a:rPr lang="es-419" smtClean="0"/>
              <a:t>2/9/2025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1CC438-E540-9D17-1E04-724CFE14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C5B725-A4EF-C0ED-FA40-5A5B5E842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50A2-BC38-44E6-B32F-32FAA7BEE1E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30014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49EF0FE-EF7A-2D83-22D6-3EB3AC7D6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1D0959-24B7-AF63-822D-1ADF8E7EB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7835FB-872B-4008-BB42-2514DD4DA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CC775-50E3-441E-BDE9-8456754F0E0C}" type="datetimeFigureOut">
              <a:rPr lang="es-419" smtClean="0"/>
              <a:t>2/9/2025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798C04-9D02-7310-82A0-A6F8F75B7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8E2D5D-4D5E-574E-02B0-9120A40DA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A750A2-BC38-44E6-B32F-32FAA7BEE1E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64189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C3F7A3E2-FCBB-9C5D-58CB-27E5F3A47B0E}"/>
              </a:ext>
            </a:extLst>
          </p:cNvPr>
          <p:cNvSpPr/>
          <p:nvPr/>
        </p:nvSpPr>
        <p:spPr>
          <a:xfrm>
            <a:off x="3717421" y="333286"/>
            <a:ext cx="3093577" cy="4358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INICIO</a:t>
            </a:r>
            <a:endParaRPr lang="es-419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EA4C920-B372-1746-E62A-E9E312ABDF08}"/>
              </a:ext>
            </a:extLst>
          </p:cNvPr>
          <p:cNvSpPr/>
          <p:nvPr/>
        </p:nvSpPr>
        <p:spPr>
          <a:xfrm>
            <a:off x="4324173" y="948584"/>
            <a:ext cx="1880074" cy="2991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Ingresar Nota 1 </a:t>
            </a:r>
            <a:endParaRPr lang="es-419" sz="1400" dirty="0">
              <a:solidFill>
                <a:schemeClr val="tx1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8478108-AC6C-7123-BEAB-0D4F908F6567}"/>
              </a:ext>
            </a:extLst>
          </p:cNvPr>
          <p:cNvSpPr/>
          <p:nvPr/>
        </p:nvSpPr>
        <p:spPr>
          <a:xfrm>
            <a:off x="4324173" y="1316052"/>
            <a:ext cx="1880074" cy="2307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Ingresar Peso 1</a:t>
            </a:r>
            <a:endParaRPr lang="es-419" sz="1400" dirty="0">
              <a:solidFill>
                <a:schemeClr val="tx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9AE2E8D-2CCC-7C8D-227D-D50E4FCCB99D}"/>
              </a:ext>
            </a:extLst>
          </p:cNvPr>
          <p:cNvSpPr/>
          <p:nvPr/>
        </p:nvSpPr>
        <p:spPr>
          <a:xfrm>
            <a:off x="4324173" y="1615155"/>
            <a:ext cx="1880074" cy="2307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Ingresar Nota 2</a:t>
            </a:r>
            <a:endParaRPr lang="es-419" sz="1400" dirty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0DFBFCA-7B85-EFEC-FAF0-A60401463D36}"/>
              </a:ext>
            </a:extLst>
          </p:cNvPr>
          <p:cNvSpPr/>
          <p:nvPr/>
        </p:nvSpPr>
        <p:spPr>
          <a:xfrm>
            <a:off x="4324173" y="1931350"/>
            <a:ext cx="1880074" cy="2307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Ingresar Peso 2</a:t>
            </a:r>
            <a:endParaRPr lang="es-419" sz="1400" dirty="0">
              <a:solidFill>
                <a:schemeClr val="tx1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DD8876E-E5BB-BF9D-958A-CCD226778952}"/>
              </a:ext>
            </a:extLst>
          </p:cNvPr>
          <p:cNvSpPr/>
          <p:nvPr/>
        </p:nvSpPr>
        <p:spPr>
          <a:xfrm>
            <a:off x="4324173" y="2247544"/>
            <a:ext cx="1880074" cy="2307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Ingresar Nota 3</a:t>
            </a:r>
            <a:endParaRPr lang="es-419" sz="1400" dirty="0">
              <a:solidFill>
                <a:schemeClr val="tx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88016C4-4434-1FBD-DE98-A663F942E43B}"/>
              </a:ext>
            </a:extLst>
          </p:cNvPr>
          <p:cNvSpPr/>
          <p:nvPr/>
        </p:nvSpPr>
        <p:spPr>
          <a:xfrm>
            <a:off x="4324173" y="2563738"/>
            <a:ext cx="1880074" cy="2307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Ingresar Peso 3</a:t>
            </a:r>
            <a:endParaRPr lang="es-419" sz="1400" dirty="0">
              <a:solidFill>
                <a:schemeClr val="tx1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54CFA4E-570D-AF00-E2C9-EBDEFC6F7D77}"/>
              </a:ext>
            </a:extLst>
          </p:cNvPr>
          <p:cNvSpPr/>
          <p:nvPr/>
        </p:nvSpPr>
        <p:spPr>
          <a:xfrm>
            <a:off x="3717421" y="2939753"/>
            <a:ext cx="3153398" cy="39524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notaPonderada1= nota1 * (peso1/100)</a:t>
            </a:r>
            <a:endParaRPr lang="es-419" sz="1400" dirty="0">
              <a:solidFill>
                <a:schemeClr val="tx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204444D-BF49-E460-B664-733393967A0D}"/>
              </a:ext>
            </a:extLst>
          </p:cNvPr>
          <p:cNvSpPr/>
          <p:nvPr/>
        </p:nvSpPr>
        <p:spPr>
          <a:xfrm>
            <a:off x="3717421" y="3429000"/>
            <a:ext cx="3153398" cy="36746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notaPonderada2 = nota2 * (peso2/100)</a:t>
            </a:r>
            <a:endParaRPr lang="es-419" sz="1400" dirty="0">
              <a:solidFill>
                <a:schemeClr val="tx1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F2AE9C3-1951-E5C8-78DB-0E85E36AE3C6}"/>
              </a:ext>
            </a:extLst>
          </p:cNvPr>
          <p:cNvSpPr/>
          <p:nvPr/>
        </p:nvSpPr>
        <p:spPr>
          <a:xfrm>
            <a:off x="3717421" y="3888336"/>
            <a:ext cx="3153398" cy="36746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notaPonderada3 = nota3 * (peso3/100)</a:t>
            </a:r>
            <a:endParaRPr lang="es-419" sz="1400" dirty="0">
              <a:solidFill>
                <a:schemeClr val="tx1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78783CE-9733-3210-DE24-1D6C6CCBB5F2}"/>
              </a:ext>
            </a:extLst>
          </p:cNvPr>
          <p:cNvSpPr/>
          <p:nvPr/>
        </p:nvSpPr>
        <p:spPr>
          <a:xfrm>
            <a:off x="3341406" y="4366901"/>
            <a:ext cx="4101981" cy="435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>
                <a:solidFill>
                  <a:schemeClr val="tx1"/>
                </a:solidFill>
              </a:rPr>
              <a:t>promedioFinal</a:t>
            </a:r>
            <a:r>
              <a:rPr lang="es-ES" sz="1600" dirty="0">
                <a:solidFill>
                  <a:schemeClr val="tx1"/>
                </a:solidFill>
              </a:rPr>
              <a:t> = suma de notas ponderadas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16" name="Diagrama de flujo: datos 15">
            <a:extLst>
              <a:ext uri="{FF2B5EF4-FFF2-40B4-BE49-F238E27FC236}">
                <a16:creationId xmlns:a16="http://schemas.microsoft.com/office/drawing/2014/main" id="{D35DC4BB-53C5-D294-054B-8FC59284EE84}"/>
              </a:ext>
            </a:extLst>
          </p:cNvPr>
          <p:cNvSpPr/>
          <p:nvPr/>
        </p:nvSpPr>
        <p:spPr>
          <a:xfrm>
            <a:off x="3161944" y="4965107"/>
            <a:ext cx="3931065" cy="576841"/>
          </a:xfrm>
          <a:prstGeom prst="flowChartInputOutpu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Mostrar </a:t>
            </a:r>
            <a:r>
              <a:rPr lang="es-ES" sz="1600" dirty="0" err="1">
                <a:solidFill>
                  <a:schemeClr val="tx1"/>
                </a:solidFill>
              </a:rPr>
              <a:t>promedioFinal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E5D5568-8F41-8DF9-EBC7-46E900CF4665}"/>
              </a:ext>
            </a:extLst>
          </p:cNvPr>
          <p:cNvSpPr/>
          <p:nvPr/>
        </p:nvSpPr>
        <p:spPr>
          <a:xfrm>
            <a:off x="3764422" y="5717136"/>
            <a:ext cx="2999573" cy="3589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FINAL</a:t>
            </a:r>
            <a:endParaRPr lang="es-419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D0FFD32-30DF-D85C-51B9-6B91D85BB8BF}"/>
              </a:ext>
            </a:extLst>
          </p:cNvPr>
          <p:cNvSpPr txBox="1"/>
          <p:nvPr/>
        </p:nvSpPr>
        <p:spPr>
          <a:xfrm>
            <a:off x="9058541" y="4666552"/>
            <a:ext cx="28713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/>
              <a:t>Representación de los colores:</a:t>
            </a:r>
          </a:p>
          <a:p>
            <a:r>
              <a:rPr lang="es-ES" sz="1050" dirty="0">
                <a:solidFill>
                  <a:schemeClr val="tx2"/>
                </a:solidFill>
              </a:rPr>
              <a:t>AZUL</a:t>
            </a:r>
            <a:r>
              <a:rPr lang="es-ES" sz="1050" dirty="0"/>
              <a:t> : Inicio y Final.</a:t>
            </a:r>
          </a:p>
          <a:p>
            <a:r>
              <a:rPr lang="es-E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VERDE</a:t>
            </a:r>
            <a:r>
              <a:rPr lang="es-ES" sz="1050" dirty="0"/>
              <a:t> : Entradas ( Notas y Pesos).</a:t>
            </a:r>
          </a:p>
          <a:p>
            <a:r>
              <a:rPr lang="es-ES" sz="1050" dirty="0">
                <a:solidFill>
                  <a:srgbClr val="FFC000"/>
                </a:solidFill>
              </a:rPr>
              <a:t>NARANJA</a:t>
            </a:r>
            <a:r>
              <a:rPr lang="es-ES" sz="1050" dirty="0"/>
              <a:t>: Calculo de notas ponderadas.</a:t>
            </a:r>
          </a:p>
          <a:p>
            <a:r>
              <a:rPr lang="es-ES" sz="1050" dirty="0">
                <a:solidFill>
                  <a:schemeClr val="accent2"/>
                </a:solidFill>
              </a:rPr>
              <a:t>NARANJA OSCURO</a:t>
            </a:r>
            <a:r>
              <a:rPr lang="es-ES" sz="1050" dirty="0"/>
              <a:t>: Calculo del promedio final.</a:t>
            </a:r>
          </a:p>
          <a:p>
            <a:r>
              <a:rPr lang="es-ES" sz="105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CIRUELA</a:t>
            </a:r>
            <a:r>
              <a:rPr lang="es-ES" sz="1050" dirty="0"/>
              <a:t>:  Salida</a:t>
            </a:r>
          </a:p>
          <a:p>
            <a:endParaRPr lang="es-419" sz="1050" dirty="0"/>
          </a:p>
        </p:txBody>
      </p:sp>
    </p:spTree>
    <p:extLst>
      <p:ext uri="{BB962C8B-B14F-4D97-AF65-F5344CB8AC3E}">
        <p14:creationId xmlns:p14="http://schemas.microsoft.com/office/powerpoint/2010/main" val="3989875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diagramadeflujo</Template>
  <TotalTime>2</TotalTime>
  <Words>86</Words>
  <Application>Microsoft Office PowerPoint</Application>
  <PresentationFormat>Panorámica</PresentationFormat>
  <Paragraphs>19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ALUMNO</dc:creator>
  <cp:lastModifiedBy>ALUMNO</cp:lastModifiedBy>
  <cp:revision>1</cp:revision>
  <dcterms:created xsi:type="dcterms:W3CDTF">2025-09-02T14:23:30Z</dcterms:created>
  <dcterms:modified xsi:type="dcterms:W3CDTF">2025-09-02T14:26:01Z</dcterms:modified>
</cp:coreProperties>
</file>